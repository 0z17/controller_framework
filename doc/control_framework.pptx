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002" y="70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3FF03-6DF5-FCF1-70EF-4324DB030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AA68CB-4648-B702-B8E9-FA530399D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B04C9-CB56-60A3-36EA-B0B4AFC5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96D127-368B-D33C-EE7F-FA29F64C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D82263-0245-74A3-9843-C8E575FC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7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BD9E9-6275-4275-8D8F-C3EDF5A8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E37E8-975D-0700-4A97-D29E5BA41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CFD6DD-0563-A71C-6FC0-B116EF5D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4ADBC-DCD6-B8C5-D8EC-4FDE5BC8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4ECCB-10D1-5823-7312-974EBECA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6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5E6AF-BD31-0BB5-83BC-6C545071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B0755-937B-14D8-E177-8C0BA51F2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B7542-B39B-88AA-A1EF-EC323C05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218BA-C590-89C8-9FF1-6E90F279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010EB4-D044-CE1F-C59F-B9960BCF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95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D1413-0616-EBCC-DC44-37977BDC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A85D53-C6DE-CD62-0BB0-BD2249F5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55043D-693B-AB4F-8F47-7FE951CE4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39B154-0F5D-0DC1-66A5-F8E71C0B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1067D0-4AB0-BB61-2DF8-039239E0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17AC9C-1D43-41E5-FC43-E7F5046C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3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BE987-26B5-1163-9CDE-501665B4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D262A-098D-AC21-9E4C-F6E33323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4A1FA6-0CAC-E7F3-96B7-14D0098A7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8A3AB5-6571-AA83-3139-A20F5B541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5F66A8-D98A-8E10-87AD-B23788E85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AE712F-B312-5B53-9BE7-A33E3129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C86AA1-A5C4-F6F4-A2A1-5CCEF1F6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65CBB9-D2A2-A1E1-2B2C-E7F3B5D9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93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54253-0507-8104-B806-C00F754A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C5AF02-9959-BBC8-1C9B-48A39C69E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A0EA9-2DAF-BC54-AB64-0BCE44B0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4F708E-1EA7-0A1C-3CBC-1012D5D9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08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FBD920-5893-7B32-22C1-EBE129FA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217DB9-69D7-0063-D79B-FABEE0F1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0EADA-0506-B536-F46E-5D5355C6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4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1D368-6B7A-18E3-6E15-FFB1F4A9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77CE62-BAAC-6910-1500-712301A42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BABEDD-87E8-60C3-4965-0317E6201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395C07-01A9-2EF5-2A69-7ACAC156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DB67B3-A974-CDA8-822A-1A50A1F4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2AECDB-35F3-0433-F6BA-185D55AA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2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42543-11C2-62A4-472D-2C11E972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9C7B8F-6B38-8865-5448-6648B7FE0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E13837-DED8-EEFF-10D1-7B6A0A500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30BCC0-1DA5-C625-A80D-8A1396C8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BF95B5-BC6F-B083-7BB1-847ACE2E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562392-7BCD-F160-DF44-547B63E0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77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B5BAB-0B64-7878-A315-A37030BF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195BFF-26B1-C5B6-E750-1E6F5B87F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C267D4-DE9F-A085-38B4-9CBE99852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9AD0C-49B4-183D-6A62-1B0147BB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ADC56-E855-C4B9-EE42-5C5724DD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0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D391DC-2A4C-024C-7A1D-291E32C43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B51AA7-A6B3-7661-57F9-745F0E298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796FC-A197-F05E-63A7-E9262B75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89A612-AF1E-8FC3-6EDE-1E84AC8D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62C8A-4CA4-FAAE-D4CE-94AB5CD5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72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ECC713-9BD0-8E19-7CC4-0E1069F4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F297A5-17C3-D4E7-0172-17B2FC901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8825C7-8C76-D13A-FED4-6007314AF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B4619-68C5-4755-8BA5-D328A0882B2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773118-4E67-F70E-08C5-2AADA1695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0DAC8F-AE64-1280-3EB9-F9CD1294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1236C-790B-47C1-ABF2-CDDC85E7F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3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64AA982-4A14-1623-0BF4-F490D86A42B0}"/>
              </a:ext>
            </a:extLst>
          </p:cNvPr>
          <p:cNvSpPr/>
          <p:nvPr/>
        </p:nvSpPr>
        <p:spPr>
          <a:xfrm>
            <a:off x="9045677" y="1444819"/>
            <a:ext cx="1820289" cy="1324948"/>
          </a:xfrm>
          <a:prstGeom prst="roundRect">
            <a:avLst>
              <a:gd name="adj" fmla="val 11816"/>
            </a:avLst>
          </a:prstGeom>
          <a:solidFill>
            <a:schemeClr val="accent5">
              <a:lumMod val="7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766DB11-4D24-99E5-A6B1-C291BB85F405}"/>
              </a:ext>
            </a:extLst>
          </p:cNvPr>
          <p:cNvSpPr/>
          <p:nvPr/>
        </p:nvSpPr>
        <p:spPr>
          <a:xfrm>
            <a:off x="5473501" y="1444819"/>
            <a:ext cx="2469503" cy="1324948"/>
          </a:xfrm>
          <a:prstGeom prst="roundRect">
            <a:avLst>
              <a:gd name="adj" fmla="val 11816"/>
            </a:avLst>
          </a:prstGeom>
          <a:solidFill>
            <a:srgbClr val="FF7C80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endParaRPr lang="zh-CN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EB204-0F69-EE13-46CB-0973DB708431}"/>
              </a:ext>
            </a:extLst>
          </p:cNvPr>
          <p:cNvSpPr/>
          <p:nvPr/>
        </p:nvSpPr>
        <p:spPr>
          <a:xfrm>
            <a:off x="2550692" y="1444819"/>
            <a:ext cx="1819176" cy="1324948"/>
          </a:xfrm>
          <a:prstGeom prst="roundRect">
            <a:avLst>
              <a:gd name="adj" fmla="val 11816"/>
            </a:avLst>
          </a:prstGeom>
          <a:solidFill>
            <a:schemeClr val="accent5">
              <a:lumMod val="7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zh-CN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D169E25-9706-5447-EBD2-BE608AF08E1D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369868" y="2107293"/>
            <a:ext cx="11036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6F2F6AB-ED90-56BD-34C1-431E499967FB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7943004" y="2107293"/>
            <a:ext cx="110267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713C972-4762-0C40-AD89-0F39B9A2F4D0}"/>
              </a:ext>
            </a:extLst>
          </p:cNvPr>
          <p:cNvSpPr txBox="1"/>
          <p:nvPr/>
        </p:nvSpPr>
        <p:spPr>
          <a:xfrm>
            <a:off x="4549414" y="1595387"/>
            <a:ext cx="748923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67F710-0A04-7BDD-9E48-E42577B0DEE3}"/>
              </a:ext>
            </a:extLst>
          </p:cNvPr>
          <p:cNvSpPr txBox="1"/>
          <p:nvPr/>
        </p:nvSpPr>
        <p:spPr>
          <a:xfrm>
            <a:off x="7912033" y="1595387"/>
            <a:ext cx="1133644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AF89CA6-9FD9-CEF0-F520-DF64DD82FB5E}"/>
              </a:ext>
            </a:extLst>
          </p:cNvPr>
          <p:cNvSpPr/>
          <p:nvPr/>
        </p:nvSpPr>
        <p:spPr>
          <a:xfrm>
            <a:off x="416446" y="3136158"/>
            <a:ext cx="1819176" cy="1476683"/>
          </a:xfrm>
          <a:prstGeom prst="roundRect">
            <a:avLst>
              <a:gd name="adj" fmla="val 1181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</a:p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</a:t>
            </a:r>
            <a:endParaRPr lang="zh-CN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27B1C80-25F0-0CAF-87E3-9B81B7DC2DA0}"/>
              </a:ext>
            </a:extLst>
          </p:cNvPr>
          <p:cNvCxnSpPr>
            <a:cxnSpLocks/>
          </p:cNvCxnSpPr>
          <p:nvPr/>
        </p:nvCxnSpPr>
        <p:spPr>
          <a:xfrm>
            <a:off x="1809549" y="659529"/>
            <a:ext cx="365870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628AE0D-0C96-F243-2771-3F0FA9ABD2D7}"/>
              </a:ext>
            </a:extLst>
          </p:cNvPr>
          <p:cNvSpPr/>
          <p:nvPr/>
        </p:nvSpPr>
        <p:spPr>
          <a:xfrm>
            <a:off x="2550692" y="3096364"/>
            <a:ext cx="1819176" cy="1516477"/>
          </a:xfrm>
          <a:prstGeom prst="roundRect">
            <a:avLst>
              <a:gd name="adj" fmla="val 1181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b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endParaRPr lang="zh-CN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5E89A64-460A-7D96-6584-75F7BD06C824}"/>
              </a:ext>
            </a:extLst>
          </p:cNvPr>
          <p:cNvSpPr/>
          <p:nvPr/>
        </p:nvSpPr>
        <p:spPr>
          <a:xfrm>
            <a:off x="9046790" y="3096364"/>
            <a:ext cx="1819176" cy="1527279"/>
          </a:xfrm>
          <a:prstGeom prst="roundRect">
            <a:avLst>
              <a:gd name="adj" fmla="val 1181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Actuator</a:t>
            </a:r>
            <a:b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endParaRPr lang="zh-CN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E34BF9B7-9D5A-79B9-439C-F16AA6F345FC}"/>
              </a:ext>
            </a:extLst>
          </p:cNvPr>
          <p:cNvCxnSpPr>
            <a:cxnSpLocks/>
            <a:stCxn id="27" idx="0"/>
            <a:endCxn id="6" idx="1"/>
          </p:cNvCxnSpPr>
          <p:nvPr/>
        </p:nvCxnSpPr>
        <p:spPr>
          <a:xfrm rot="5400000" flipH="1" flipV="1">
            <a:off x="1423931" y="2009397"/>
            <a:ext cx="1028865" cy="122465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70F18C4-C265-B57B-9EA4-D8A4CECE0EEC}"/>
              </a:ext>
            </a:extLst>
          </p:cNvPr>
          <p:cNvSpPr/>
          <p:nvPr/>
        </p:nvSpPr>
        <p:spPr>
          <a:xfrm>
            <a:off x="5473501" y="279135"/>
            <a:ext cx="2469503" cy="820632"/>
          </a:xfrm>
          <a:prstGeom prst="roundRect">
            <a:avLst>
              <a:gd name="adj" fmla="val 11816"/>
            </a:avLst>
          </a:prstGeom>
          <a:solidFill>
            <a:schemeClr val="accent5">
              <a:lumMod val="7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</a:p>
          <a:p>
            <a:pPr algn="ctr"/>
            <a:r>
              <a:rPr lang="en-US" altLang="zh-C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en-US" altLang="zh-C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71B1B42-D2FE-689C-277A-16063B1D5611}"/>
              </a:ext>
            </a:extLst>
          </p:cNvPr>
          <p:cNvCxnSpPr>
            <a:cxnSpLocks/>
            <a:stCxn id="48" idx="2"/>
            <a:endCxn id="5" idx="0"/>
          </p:cNvCxnSpPr>
          <p:nvPr/>
        </p:nvCxnSpPr>
        <p:spPr>
          <a:xfrm>
            <a:off x="6708253" y="1099767"/>
            <a:ext cx="0" cy="3450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265C0F7-3697-D2F3-2577-036D962A87AA}"/>
              </a:ext>
            </a:extLst>
          </p:cNvPr>
          <p:cNvSpPr txBox="1"/>
          <p:nvPr/>
        </p:nvSpPr>
        <p:spPr>
          <a:xfrm>
            <a:off x="5323774" y="986745"/>
            <a:ext cx="2922962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     Parameters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6EE1AC0-0AB5-CF3D-8F19-F44933ADEF77}"/>
              </a:ext>
            </a:extLst>
          </p:cNvPr>
          <p:cNvCxnSpPr>
            <a:cxnSpLocks/>
            <a:stCxn id="4" idx="2"/>
            <a:endCxn id="39" idx="0"/>
          </p:cNvCxnSpPr>
          <p:nvPr/>
        </p:nvCxnSpPr>
        <p:spPr>
          <a:xfrm>
            <a:off x="9955822" y="2769767"/>
            <a:ext cx="556" cy="3265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9810F6D-60E7-2801-A848-9CF4247822FF}"/>
              </a:ext>
            </a:extLst>
          </p:cNvPr>
          <p:cNvCxnSpPr>
            <a:cxnSpLocks/>
            <a:stCxn id="37" idx="1"/>
            <a:endCxn id="38" idx="3"/>
          </p:cNvCxnSpPr>
          <p:nvPr/>
        </p:nvCxnSpPr>
        <p:spPr>
          <a:xfrm flipH="1" flipV="1">
            <a:off x="4369868" y="3854603"/>
            <a:ext cx="750772" cy="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图片 68">
            <a:extLst>
              <a:ext uri="{FF2B5EF4-FFF2-40B4-BE49-F238E27FC236}">
                <a16:creationId xmlns:a16="http://schemas.microsoft.com/office/drawing/2014/main" id="{BA90E4CB-75F9-C74C-02C8-41D755C59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1" t="4088" r="16508" b="4106"/>
          <a:stretch>
            <a:fillRect/>
          </a:stretch>
        </p:blipFill>
        <p:spPr>
          <a:xfrm flipH="1">
            <a:off x="664340" y="279135"/>
            <a:ext cx="1234751" cy="1645920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D2AA6384-8875-C737-40AA-5067DD98A1B5}"/>
              </a:ext>
            </a:extLst>
          </p:cNvPr>
          <p:cNvSpPr txBox="1"/>
          <p:nvPr/>
        </p:nvSpPr>
        <p:spPr>
          <a:xfrm>
            <a:off x="368140" y="861405"/>
            <a:ext cx="178308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b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748F33A-D222-CE0D-26F7-4A810C30E554}"/>
              </a:ext>
            </a:extLst>
          </p:cNvPr>
          <p:cNvSpPr txBox="1"/>
          <p:nvPr/>
        </p:nvSpPr>
        <p:spPr>
          <a:xfrm>
            <a:off x="2210468" y="578069"/>
            <a:ext cx="2922962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Parameters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DC4294E-2765-8365-E676-3A3FF3750C6B}"/>
              </a:ext>
            </a:extLst>
          </p:cNvPr>
          <p:cNvSpPr txBox="1"/>
          <p:nvPr/>
        </p:nvSpPr>
        <p:spPr>
          <a:xfrm>
            <a:off x="1302786" y="2103566"/>
            <a:ext cx="1138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7D5CF7B5-F7FC-F855-ADDA-9D41469205E1}"/>
              </a:ext>
            </a:extLst>
          </p:cNvPr>
          <p:cNvGrpSpPr/>
          <p:nvPr/>
        </p:nvGrpSpPr>
        <p:grpSpPr>
          <a:xfrm>
            <a:off x="5120640" y="3096366"/>
            <a:ext cx="3247225" cy="1516477"/>
            <a:chOff x="5053265" y="2980865"/>
            <a:chExt cx="3247225" cy="1516477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FBC9FC5-61E3-358B-C364-9306A63FF6AF}"/>
                </a:ext>
              </a:extLst>
            </p:cNvPr>
            <p:cNvSpPr/>
            <p:nvPr/>
          </p:nvSpPr>
          <p:spPr>
            <a:xfrm>
              <a:off x="5053265" y="2980865"/>
              <a:ext cx="3247225" cy="1516477"/>
            </a:xfrm>
            <a:prstGeom prst="roundRect">
              <a:avLst>
                <a:gd name="adj" fmla="val 11816"/>
              </a:avLst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B6DC920-FBD0-BB9F-DBD7-01A414381CF4}"/>
                </a:ext>
              </a:extLst>
            </p:cNvPr>
            <p:cNvSpPr txBox="1"/>
            <p:nvPr/>
          </p:nvSpPr>
          <p:spPr>
            <a:xfrm>
              <a:off x="5816712" y="3096211"/>
              <a:ext cx="1783081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Robot</a:t>
              </a:r>
            </a:p>
          </p:txBody>
        </p:sp>
        <p:pic>
          <p:nvPicPr>
            <p:cNvPr id="1026" name="Picture 2" descr="Estación MEX - MA">
              <a:extLst>
                <a:ext uri="{FF2B5EF4-FFF2-40B4-BE49-F238E27FC236}">
                  <a16:creationId xmlns:a16="http://schemas.microsoft.com/office/drawing/2014/main" id="{C12E3026-6426-68F1-1A3D-DFFF75274F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63" t="11728" r="7224" b="8666"/>
            <a:stretch>
              <a:fillRect/>
            </a:stretch>
          </p:blipFill>
          <p:spPr bwMode="auto">
            <a:xfrm>
              <a:off x="5228207" y="3700602"/>
              <a:ext cx="694142" cy="663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A6FCCA79-BA57-44FE-83E4-077EBB4CBD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3700" y="3669714"/>
              <a:ext cx="694142" cy="694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VReP desktop file for Ubuntu. Logo (icon) from their twitter handle  @coppeliaRobotic · GitHub">
              <a:extLst>
                <a:ext uri="{FF2B5EF4-FFF2-40B4-BE49-F238E27FC236}">
                  <a16:creationId xmlns:a16="http://schemas.microsoft.com/office/drawing/2014/main" id="{1841F72B-960F-56D9-6179-56FEA0A8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7019" y="3700602"/>
              <a:ext cx="702806" cy="663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CAC1DEF6-9B79-4B36-53E5-24756AFC0A53}"/>
                </a:ext>
              </a:extLst>
            </p:cNvPr>
            <p:cNvSpPr txBox="1"/>
            <p:nvPr/>
          </p:nvSpPr>
          <p:spPr>
            <a:xfrm>
              <a:off x="7569225" y="3573265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FCABCD4B-F5CC-283A-AA50-FF4C1967D512}"/>
              </a:ext>
            </a:extLst>
          </p:cNvPr>
          <p:cNvCxnSpPr>
            <a:cxnSpLocks/>
            <a:stCxn id="39" idx="1"/>
            <a:endCxn id="37" idx="3"/>
          </p:cNvCxnSpPr>
          <p:nvPr/>
        </p:nvCxnSpPr>
        <p:spPr>
          <a:xfrm flipH="1" flipV="1">
            <a:off x="8367865" y="3854605"/>
            <a:ext cx="678925" cy="53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0F2202A-0E23-F102-C2F2-B86A34E457BA}"/>
              </a:ext>
            </a:extLst>
          </p:cNvPr>
          <p:cNvCxnSpPr>
            <a:cxnSpLocks/>
            <a:stCxn id="38" idx="0"/>
            <a:endCxn id="6" idx="2"/>
          </p:cNvCxnSpPr>
          <p:nvPr/>
        </p:nvCxnSpPr>
        <p:spPr>
          <a:xfrm flipV="1">
            <a:off x="3460280" y="2769767"/>
            <a:ext cx="0" cy="3265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8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33</Words>
  <Application>Microsoft Office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A</dc:creator>
  <cp:lastModifiedBy>B A</cp:lastModifiedBy>
  <cp:revision>12</cp:revision>
  <dcterms:created xsi:type="dcterms:W3CDTF">2025-10-08T08:11:25Z</dcterms:created>
  <dcterms:modified xsi:type="dcterms:W3CDTF">2025-10-08T08:58:23Z</dcterms:modified>
</cp:coreProperties>
</file>